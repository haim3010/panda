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Workforce Engagement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HR Visibility — Powered by Panda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560320" cy="25603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186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0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Active Employees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Moderately Engaged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5876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40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At Risk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23444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371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by Team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755648"/>
            <a:ext cx="3328416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755648"/>
            <a:ext cx="274320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373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188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121408"/>
            <a:ext cx="3328416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121408"/>
            <a:ext cx="2487168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11880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487168"/>
            <a:ext cx="3328416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487168"/>
            <a:ext cx="2048256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4688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11880" y="2834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852928"/>
            <a:ext cx="3328416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852928"/>
            <a:ext cx="184708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28346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11480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224528"/>
            <a:ext cx="54864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224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9436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stay if 2+ activities/month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4224528"/>
            <a:ext cx="54864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29000" y="4498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activity + low interaction = churn risk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4224528"/>
            <a:ext cx="54864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63640" y="4498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guessing — behavior measured live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Retention Risk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flight risk employees 3-6 months before they leave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12%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1945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— 27%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18288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— 61%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188720"/>
            <a:ext cx="64008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261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Likely to Leave Show: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1508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40% drop in activity participation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Fewer than 2 meaningful connections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No cross-team interactions in 30 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2651760"/>
            <a:ext cx="5303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2651760"/>
            <a:ext cx="64008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7249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Missing This: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6-9 months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661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to replace one employee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944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months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 with Panda 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343400"/>
            <a:ext cx="914400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just track churn — we predict and prevent 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Actually Keeps Employees Staying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behavior patterns from 500+ employee interactions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5603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matches lead to real interactions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43000"/>
            <a:ext cx="25603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30-40%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increase from cross-team relationships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143000"/>
            <a:ext cx="25603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connection = significantly higher retention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04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Level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304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33472"/>
            <a:ext cx="822960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Engaged (weekly)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activities/month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2679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980944"/>
            <a:ext cx="82296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026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Engaged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3026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026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activities/month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3026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328416"/>
            <a:ext cx="822960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374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374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3374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1/month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0" y="3374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822192"/>
            <a:ext cx="393192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+ Sports activities outperform passive engagement by 3x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63440" y="3822192"/>
            <a:ext cx="402336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 + communication = strongest drivers of retention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not about perks — it’s about connection, belonging, and participation.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Data → Action → ROI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business impact from day 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increase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3-6 mo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attrition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560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hrs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time saved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86000"/>
            <a:ext cx="39319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Panda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measured by annual surveys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discovered after resignation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relies on manager feedback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social connections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2860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286000"/>
            <a:ext cx="40233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Panda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27432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behavioral engagement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971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risk detected 3-6 months early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200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insights, zero HR effort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429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social graph &amp; activity analytics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133088"/>
            <a:ext cx="91440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343400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4279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at-risk employees proactively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560320" y="4343400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15768" y="4279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data-driven activities per team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4343400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1768" y="4279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onboarding in first 30 days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132320" y="4343400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87768" y="4279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stronger cross-team culture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turns employee behavior into actionable HR intelligence.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HR Analytics</dc:title>
  <dc:subject>PptxGenJS Presentation</dc:subject>
  <dc:creator>Panda HR</dc:creator>
  <cp:lastModifiedBy>Panda HR</cp:lastModifiedBy>
  <cp:revision>1</cp:revision>
  <dcterms:created xsi:type="dcterms:W3CDTF">2026-04-18T17:35:54Z</dcterms:created>
  <dcterms:modified xsi:type="dcterms:W3CDTF">2026-04-18T17:35:54Z</dcterms:modified>
</cp:coreProperties>
</file>