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" y="-18288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474720"/>
            <a:ext cx="2560320" cy="228600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931920"/>
            <a:ext cx="1828800" cy="16459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 🐼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company into a community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employee matching  ·  Real activities  ·  HR insights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employees don't know each other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2377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feel disconnected at work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06040" cy="2377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since remote &amp; hybrid work became the norm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06040" cy="2377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$8.8T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7220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globally per year due to low engagement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have no visibility into who is at risk of leaving — until it's too late.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 matches people by what they love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52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Matching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67335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employees by shared hobbies and interests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7160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1252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Activities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67335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Soccer, yoga, cooking classes, after-work hangouts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1:1 Chat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4107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with your best matches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089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9900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Coins &amp; Rewards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4107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engagement keeps people coming back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 4-step employee experience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7830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13716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hobbies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13432" y="2432304"/>
            <a:ext cx="20116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304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7830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7540" y="13716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75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Matched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your best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62272" y="2432304"/>
            <a:ext cx="20116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2304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17830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26380" y="13716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63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Activities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Soccer, yoga,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dinners and more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1112" y="2432304"/>
            <a:ext cx="20116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304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03720" y="1188720"/>
            <a:ext cx="17830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75220" y="13716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52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 Rewards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Coins, badges,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 perks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 gets full visibility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783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1783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1051560"/>
            <a:ext cx="6400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1856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This Week (68%)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1783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51760"/>
            <a:ext cx="6400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" y="34564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This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2651760"/>
            <a:ext cx="1783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2651760"/>
            <a:ext cx="6400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560320" y="34564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1005840"/>
            <a:ext cx="36576" cy="32004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170432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is engaged vs at risk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activity participation in real time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2459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disengaged employees early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663440" y="3145536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1181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engagement reports (PDF export)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663440" y="3803904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3776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effort from HR team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activities, real connections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1887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69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5-a-Side Soccer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Park · In 3 days · 5/10 going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1887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1069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Tennis Tournament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Park · In 5 days · 9/16 going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560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542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Morning Yoga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Rooftop · In 8 days · 4/15 going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2560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542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After-Work Drinks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Rooftop Bar · In 4 days · 17/30 going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39319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913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38130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Board Games Night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251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Lounge · In 11 days · 3/12 going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9472" y="39319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913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0" y="38130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Cooking Class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0" y="4251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Studio · In 14 days · 3/12 going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matching, not random pairing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37744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Employee A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· Yoga · Travel · Photography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1005840"/>
            <a:ext cx="2926080" cy="2194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🐼 Panda AI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 + shared hobbies + cross-team bonus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237744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0972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Employee B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Hiking · Yoga · Travel · Art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35040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 match score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embeddings — understands meaning, not just keywords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companies like yours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4688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TechCorp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4688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058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StartupXYZ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4688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0058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EnterpriseABC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46888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95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34%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lift after 30 days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2331720"/>
            <a:ext cx="246888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395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38328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matches lead to real meetups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331720"/>
            <a:ext cx="246888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395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12hrs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hours saved per month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*Based on pilot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Simple, transparent pricing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employees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matching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114800"/>
            <a:ext cx="1920240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65176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576072"/>
            <a:ext cx="164592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576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6517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868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/user/month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employees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dashboard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reports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66160" y="4297680"/>
            <a:ext cx="19202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Trial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109728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097280"/>
            <a:ext cx="26517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63640" y="23774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employees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Dedicated CSM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4114800"/>
            <a:ext cx="19202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3474720"/>
            <a:ext cx="1828800" cy="182880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connect your team?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free 30-day pilot — no credit card required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in touch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hello@panda.app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days, your real 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Set It 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done for you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panda.app  ·  hello@panda.app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– B2B SaaS Internal Social Networking</dc:title>
  <dc:subject>PptxGenJS Presentation</dc:subject>
  <dc:creator>Panda</dc:creator>
  <cp:lastModifiedBy>Panda</cp:lastModifiedBy>
  <cp:revision>1</cp:revision>
  <dcterms:created xsi:type="dcterms:W3CDTF">2026-04-16T08:49:03Z</dcterms:created>
  <dcterms:modified xsi:type="dcterms:W3CDTF">2026-04-16T08:49:03Z</dcterms:modified>
</cp:coreProperties>
</file>